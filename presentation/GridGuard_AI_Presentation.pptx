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3474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IBM x BOB HACKATHON 2026 — SUBMISSION</a:t>
            </a:r>
          </a:p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GridGuard AI</a:t>
            </a:r>
          </a:p>
          <a:p>
            <a:pPr>
              <a:spcAft>
                <a:spcPts val="3000"/>
              </a:spcAft>
              <a:defRPr sz="2200">
                <a:solidFill>
                  <a:srgbClr val="94A3B8"/>
                </a:solidFill>
              </a:defRPr>
            </a:pPr>
            <a:r>
              <a:t>Intelligent Predictive Maintenance &amp; Power Outage Risk Advisory Platform</a:t>
            </a:r>
          </a:p>
          <a:p>
            <a:pPr>
              <a:defRPr sz="1400" b="1">
                <a:solidFill>
                  <a:srgbClr val="2563EB"/>
                </a:solidFill>
              </a:defRPr>
            </a:pPr>
            <a:r>
              <a:t>Team: CodeCraft   |   Track: AI &amp; Clean Energy Resilience   |   Core Tech: XGBoost, Isolation Forest &amp; IBM watsonx.ai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Fragile Grids &amp; Costly Reactive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Aging Critical Assets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Over 60% of distribution transformers operate past their 25-30 year design life.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Continuous electrical overloading accelerates thermal winding breakdown.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Dielectric oil decay and partial discharge remain invisible to periodic inspections.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Catastrophic Outages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Single transformer failures trigger cascading municipal power blackouts.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Emergency repairs take 4x longer and cost 10x more than preventive servicing.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Critical facilities (hospitals, water grids, transit) suffer severe economic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The Trust &amp; Action Gap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Control rooms face severe alert fatigue from uncalibrated static threshold alarms.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Black-box AI models fail to provide explainable risk attribution for dispatchers.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Citizens receive zero advance warning before localized power cuts.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Solution: GridGuard AI End-to-End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1. Dual-Engine ML Core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Supervised XGBoost Classifier with Platt Calibration for 7-day failure forecasting.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Unsupervised Isolation Forest detecting multivariate sensor anomalies.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Point-in-time feature engineering with zero future lookahead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2. watsonx.ai Copilot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Grounded prompt payload architecture feeding IBM Granite 13B models.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Natural language queries on transformer health, risk drivers, and triage.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hallucination: strictly grounded on verified physical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3. Dual-Persona Command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Grid Dispatcher Center: Real-time risk maps, sensor trends, automated crew dispatch.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Consumer Portal: Citizen service status, proactive storm alerts, rapid issue ticketing.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Seamless REST API integration across edge IoT and web applications.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Machine Learning Architecture &amp; Data Science Rigor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Calibrated Failure Forecasting (FR-08)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Algorithm: XGBoost Classifier + CalibratedClassifierCV (Platt Sigmoid).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Prediction Horizon: 168 hours (7 days forward) with 2-hour operational lead time.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Output: Statistically calibrated probability P(failure) representing true frequency.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Evaluation Strategy: Purged &amp; Embargoed walk-forward cross-validation.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Features: 35 point-in-time features (thermal headroom, vibration RMS, oil decay rate).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Multivariate Anomaly Detection (FR-09)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Algorithm: Multivariate Isolation Forest (150 estimators, 8% contamination).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Input Telemetry: Temperature, vibration, partial discharge, oil quality, current, voltage.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Z-Score Decomposition: Identifies specific deviant sensors relative to normal baselines.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Hybrid Synergy: Anomaly score feeds directly into multi-factor composite risk engine.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Registry Persistence: Bundled as versioned artifacts with metadata and transformers.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Multi-Factor Risk Scoring Engine (SRS FR-10)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MATHEMATICAL FORMULATION:</a:t>
            </a:r>
          </a:p>
          <a:p>
            <a:pPr>
              <a:defRPr sz="1700" b="1">
                <a:solidFill>
                  <a:srgbClr val="FFFFFF"/>
                </a:solidFill>
              </a:defRPr>
            </a:pPr>
            <a:r>
              <a:t>Risk Score = 100 x ( 0.35 * P_failure + 0.20 * S_anomaly + 0.15 * R_weather + 0.15 * R_history + 0.15 * C_criticality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4688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LOW RISK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Score: 0 to 19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Nominal operation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Routine 90-day cycle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Standard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200400"/>
            <a:ext cx="24688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MEDIUM RISK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Score: 20 to 39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Minor sensor drift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Priority 3 inspection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Trend logging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00400"/>
            <a:ext cx="24688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HIGH RISK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Score: 40 to 69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Multiple alerts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Priority 2 triage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48-hour crew dispatch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3200400"/>
            <a:ext cx="24688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CRITICAL RISK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Score: 70 to 100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Immediate failure risk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Priority 1 Emergency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Immediate load shed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Explainable AI &amp; IBM watsonx.ai Granite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Feature Attribution &amp; Explainability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Tree-based SHAP/attribution weights reveal the exact drivers of equipment stress.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Example Attribution for TR-002: Oil quality decay rate (38%), Ambient heatwave (26%), Vibration crest (21%).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Sensor z-score decomposition highlights anomalous values against standard deviation envelopes.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Operators receive transparent 'Why' explanations instead of blind predictions.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IBM watsonx.ai Granite 13B Grounding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Structured factual payload injects asset ID, telemetry, risk breakdown, and maintenance records.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hallucination guarantee: LLM synthesizes operational advice using only verified telemetry context.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Conversational Copilot: Dispatchers query grid health and receive immediate, actionable maintenance steps.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Adaptive fallback: Grounded rule-synthesizer activates if IBM Cloud API connection is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Enterprise Microservice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Frontend UI Layer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React 18 + Vite SPA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Tailwind CSS responsive design.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Recharts time-series telemetry.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Geospatial substation risk maps.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Lucide React icon system.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Role-based Protected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Backend API Gateway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Django 6.1 + Django REST Framework.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CORS isolation &amp; token-ready auth.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ORM models: Asset, TelemetryLog, MaintenanceLog.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Live OpenWeather API integration.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Modular app architecture (core, weather, maintenance, ai_assistant).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ML &amp; Cloud Intelligence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Python 3.14 / 3.12 ML Subsystem.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XGBoost 3.4.1 &amp; Scikit-Learn 1.9.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Inference Engine with in-memory caching.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IBM Cloud Watson Machine Learning SDK.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IBM Granite 13B foundation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Dual-Persona Interface: Operators &amp; Consumers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Persona A: Grid Operations Center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Target: Substation engineers, power dispatchers, and field supervisors.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Key Capabilities: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Executive KPI Overview: Overall grid risk, monitored transformers, customer exposure.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Geospatial Substation Map: Interactive colored risk markers across the grid network.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Deep Telemetry Inspection: Real-time sensor trends, vibration, and thermal spectrograms.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AI Assistant Chat: Rapid interrogation of critical assets and grid impact scenarios.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Automated Maintenance Board: Triage tickets from generation to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Persona B: Consumer Transparency Portal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Target: Residential consumers, commercial facilities, and factory managers.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Key Capabilities: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Live Connection Status: Verifies health of local electricity connection in real time.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Proactive Outage &amp; Storm Alerts: Advance warnings on severe weather and planned repairs.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One-Click Issue Ticketing: Easy reporting for voltage dips, line damage, or outages.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Consumer AI Assistant: Plain-language answers to localized service questions.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  • Restores public trust through complete operational transparency.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Automated Triage &amp; Field Crew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Priority Triage (P1 - P4)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P1 Emergency: Critical risk score &gt;= 70. Immediate dispatch required within 2 hours.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P2 Urgent: High risk score 40-69. Inspection within 24-48 hours.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P3 Preventive: Medium risk score 20-39. Scheduled servicing within 7 days.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P4 Routine: Low risk score &lt; 20. Standard operating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Proximity Crew Routing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Real-time GPS proximity matching for available maintenance teams.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Automated crew pairing (e.g., Crew A dispatched 1.2 km away from TR-002).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Reduces travel overhead and emergency response latency by up to 60%.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Skill-based task allocation tailored to electrical vs mechanical repairs.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End-to-End Workflow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1. Risk detection by ML subsystem.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2. Automated ticket generated in Django.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3. Dispatcher reviews AI recommendation.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4. Field crew updates status via portal.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5. Closed loop: Retesting validates restoration.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Quantifiable Business Impact &amp;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-45% OUTAGES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Reduction in SAIFI (System Average Interruption Frequency Index).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Catastrophic failures prevented before winding flashover.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Pre-emptive cooling and oil maintenance.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-60% DOWNTIME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Reduction in SAIDI (System Average Interruption Duration Index).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Crews arrive on site with exact replacement components pre-allocated.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diagnostic trial-and-error.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-75% FALSE ALARMS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Calibrated probabilities eliminate nuisance threshold triggers.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Restores operator confidence in automation.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Prevents unneeded emergency call-outs.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+$2.4M ANNUAL ROI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Estimated savings per 100 substations from avoided transformer rebuilds.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5-8 years extended equipment asset lifespan.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Minimized utility regulatory penalty fees.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GRIDGUARD AI — IBM X BOB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Scalability, Security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Phase 1: Edge &amp; IoT (Q1-Q2)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Deploy lightweight ONNX model runtime directly to edge substation gateways.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MQTT / IEC 61850 protocol ingestion for sub-second telemetry publishing.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Offline edge inference resilience during network disconnections.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Phase 2: Autonomous Grid (Q3)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Automated feeder switching &amp; dynamic load balancing across substations.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Integration with renewable solar/wind generation forecasting.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Reinforcement learning for predictive dispatch optimization.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Phase 3: Utility Scaling (Q4)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Multi-tenant DISCOM (distribution company) cloud architecture on IBM Cloud.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Enterprise SCADA &amp; SAP Plant Maintenance connector modules.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Nationwide grid resilience analytics &amp; climate disaster hardening.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69680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457200" rIns="457200"/>
          <a:lstStyle/>
          <a:p>
            <a:pPr algn="ctr"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GRIDGUARD AI</a:t>
            </a:r>
          </a:p>
          <a:p>
            <a:pPr algn="ctr">
              <a:spcAft>
                <a:spcPts val="2400"/>
              </a:spcAft>
              <a:defRPr sz="1800">
                <a:solidFill>
                  <a:srgbClr val="06B6D4"/>
                </a:solidFill>
              </a:defRPr>
            </a:pPr>
            <a:r>
              <a:t>Empowering Power Utilities with Predictive Machine Learning &amp; IBM watsonx.ai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Key Deliverables &amp; Resources: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Full Source Code &amp; Restructured Repository: CodeCraft / GridGuard AI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One-Click Development Launchers: start.bat and stop.bat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</a:defRPr>
            </a:pPr>
            <a:r>
              <a:t>• End-to-End Documentation: Problem Statement, Solution Overview, Architecture, Setup Guide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• Live Demonstrations: Operator Portal (admin@gridguard.ai) &amp; Citizen Portal (user@gridguard.ai)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Thank You! We Welcome Your Questions &amp;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